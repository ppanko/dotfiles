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7" r:id="rId6"/>
    <p:sldMasterId id="2147483659" r:id="rId7"/>
    <p:sldMasterId id="2147483661" r:id="rId8"/>
    <p:sldMasterId id="2147483663" r:id="rId9"/>
    <p:sldMasterId id="2147483665" r:id="rId10"/>
    <p:sldMasterId id="2147483666" r:id="rId11"/>
    <p:sldMasterId id="2147483667" r:id="rId12"/>
  </p:sldMasterIdLst>
  <p:sldIdLst>
    <p:sldId id="256" r:id="rId13"/>
    <p:sldId id="257" r:id="rId14"/>
  </p:sldIdLst>
  <p:sldSz cx="9144000" cy="6858000"/>
  <p:notesSz cx="7559675" cy="10691813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presProps" Target="presProps.xml"/>
</Relationships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External deck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Alpha point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Beta point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Image slide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1" name="Picture 2" descr="external.png"/>
          <p:cNvPicPr/>
          <p:nvPr/>
        </p:nvPicPr>
        <p:blipFill>
          <a:blip r:embed="rId1"/>
          <a:stretch/>
        </p:blipFill>
        <p:spPr>
          <a:xfrm>
            <a:off x="914400" y="1371600"/>
            <a:ext cx="1828440" cy="1142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LibreOffice/25.2.3.2$Linux_X86_64 LibreOffice_project/520$Build-2</Application>
  <AppVersion>15.0000</AppVersion>
</Properties>
</file>