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 txBox="1"/>
          <p:nvPr/>
        </p:nvSpPr>
        <p:spPr>
          <a:xfrm>
            <a:off x="720000" y="360000"/>
            <a:ext cx="10728000" cy="10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External deck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"/>
          <p:cNvSpPr txBox="1"/>
          <p:nvPr/>
        </p:nvSpPr>
        <p:spPr>
          <a:xfrm>
            <a:off x="1440000" y="1800000"/>
            <a:ext cx="9000000" cy="28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• Alpha point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• Beta point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 txBox="1"/>
          <p:nvPr/>
        </p:nvSpPr>
        <p:spPr>
          <a:xfrm>
            <a:off x="720000" y="360000"/>
            <a:ext cx="10728000" cy="10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Image slide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" descr=""/>
          <p:cNvPicPr/>
          <p:nvPr/>
        </p:nvPicPr>
        <p:blipFill>
          <a:blip r:embed="rId1"/>
          <a:stretch/>
        </p:blipFill>
        <p:spPr>
          <a:xfrm>
            <a:off x="4320000" y="2160000"/>
            <a:ext cx="2880000" cy="288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LibreOffice/25.2.3.2$Linux_X86_64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